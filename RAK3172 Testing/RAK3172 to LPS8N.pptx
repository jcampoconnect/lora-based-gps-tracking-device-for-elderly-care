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48992-0616-47B9-BBE6-21E4B094B229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20CF6-EE1D-4F1E-B28B-4D478F25CC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156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20CF6-EE1D-4F1E-B28B-4D478F25CC4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41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A0BD-4613-B356-5150-320F25FA1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DE9DA-DCA4-6360-106B-621608712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8CEF2-E77D-43FC-21C3-CBA24D5D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39155-E67E-9D75-A119-D98DCD99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82E20-70AF-7D3E-8EA0-0993A670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771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A7BE-8C9F-43C8-313A-2B606479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93C1-5916-FC70-BF66-7493A32E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B81A0-C258-7DEB-8366-F6BA2F0E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0312F-AE8D-BEDD-53F4-D7B1B5702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A3242-3EBB-B731-55CC-72CE8B43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214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2296-724F-E49D-2D6F-30C1CF8F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A629A-FF7B-426D-2DE6-7CFC38173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ED76-E06C-CBB5-8626-CCC89CE2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24734-5B95-172D-6EA0-E5BC7B04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71FA5-2FFF-1CBE-6663-CD204C6A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579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FBDC-4446-5419-FFDE-435D3444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0D98-EEF3-4762-6874-1441FDA81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2C30A-3C4D-909D-FCB0-9E63FE9ED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EE3CE-3B40-3E20-A8BE-6849F149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28E8E-96C0-F3D2-ECCD-3B80304C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0F1EC-DFE3-0D30-BE59-170FF7EA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47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A2C2-EDB0-832B-94A7-9C1D1276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AAEE0-6FE8-8145-4164-0AAE7D756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F66DA-C79F-4E9C-BAC5-3E4E5E080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214ED-0E65-E33F-0935-CA0E1CD1E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6358F-838C-BDE4-EA01-DED458B21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F911A-0704-A6CC-2357-3410DED1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9607A-ADC8-8820-65F9-D542441D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F3DFD-6B0E-86F7-3192-299A5D03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817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6ABA-21D6-3861-CD49-022723B4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E4B3-E38B-8E92-C000-8B4C5D42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32936-DC1E-905D-E7DD-2151A9CA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FAA5A-AAE7-D436-17B8-8696475F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12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3BC92-AB65-E8EB-D0AE-07B9CAD0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CDE76-6D1B-8093-5074-0E1A1384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A25C1-C1E3-A235-ABBA-14A0EBDF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99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34A4-A502-C58D-15E1-C70B9545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F64F-8BAD-331C-C7A7-80E1DFC50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64550-F4E9-FDB0-1961-B4A9E3D80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29E52-15C6-865F-168B-5AFDB7D9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207CD-29D7-E180-3B53-FB15AD3E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F93FF-23AE-F9CF-3543-1D2BB749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59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2833-38A3-6983-7D9A-975DCE25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4971B-37B6-F24D-EE36-C6F4DA850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FABFC-D239-C9E5-5A55-BA0CBEBA8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17DC3-95D7-A8B1-B358-8F8C6597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0D803-73AE-4F79-AD3B-B666F241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14411-3CB8-577F-6D7C-7ED8875F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41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E4A3-5E65-5295-5E6F-222E619A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A3BB5-4D57-8483-D263-48EDA98F9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96A03-7043-45B7-87C1-9BDF0632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66D14-4711-65AA-982A-07D484B5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499B5-1F1E-73CB-CB00-D1E386CC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472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A6EB4-84B8-48FD-2328-31DF57B9B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F3D5B-BFC9-BB30-4386-EA06005B2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E0973-6CBE-0D62-B729-7932C341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990B-8F9A-7B22-1C09-4A361395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31C6-2E67-C73E-6ADB-AF1A0D34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072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ACE0E-2FA8-0706-5F7A-DFF76393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9750D-CE88-A552-068E-44BD6B075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5AD20-D4F7-ADFD-FE49-9D4987DC4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C729B-9789-4332-9472-EB184BC52904}" type="datetimeFigureOut">
              <a:rPr lang="en-CA" smtClean="0"/>
              <a:t>2023-03-16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D1B6-8104-307B-B482-9676FF0F9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0C8F1-972B-B821-8F44-437D8AA49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9C81F-2E41-4570-8D62-70FDD36ED9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674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056EF-8244-1E7F-10CC-BFEB15B8C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600" b="1" dirty="0"/>
              <a:t>RAK3172</a:t>
            </a:r>
            <a:r>
              <a:rPr lang="en-US" sz="6600" dirty="0"/>
              <a:t> to </a:t>
            </a:r>
            <a:r>
              <a:rPr lang="en-US" sz="6600" b="1" dirty="0"/>
              <a:t>LPS8N</a:t>
            </a:r>
            <a:endParaRPr lang="en-CA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5E7C1-3587-A321-07C8-F0AE1382D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/>
              <a:t>LoRaWAN Module to LoRaWAN Gateway Testing</a:t>
            </a:r>
            <a:endParaRPr lang="en-CA"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" name="Audio 80">
            <a:hlinkClick r:id="" action="ppaction://media"/>
            <a:extLst>
              <a:ext uri="{FF2B5EF4-FFF2-40B4-BE49-F238E27FC236}">
                <a16:creationId xmlns:a16="http://schemas.microsoft.com/office/drawing/2014/main" id="{DA75C9D0-8E54-6422-A2F8-6186AC54A9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38469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39"/>
    </mc:Choice>
    <mc:Fallback>
      <p:transition spd="slow" advTm="8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F5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803ED3FD-30EC-F9EF-5B16-5E7CBE6AF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039813"/>
            <a:ext cx="3563938" cy="4772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75BCFC-EBA4-FEB8-D2F1-2FC7FE311A06}"/>
              </a:ext>
            </a:extLst>
          </p:cNvPr>
          <p:cNvSpPr txBox="1"/>
          <p:nvPr/>
        </p:nvSpPr>
        <p:spPr>
          <a:xfrm>
            <a:off x="4038600" y="4857750"/>
            <a:ext cx="3563938" cy="95408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b="1" dirty="0">
                <a:solidFill>
                  <a:srgbClr val="FFFFFF"/>
                </a:solidFill>
              </a:rPr>
              <a:t>RAK3172</a:t>
            </a:r>
            <a:r>
              <a:rPr lang="en-US" sz="1300" dirty="0">
                <a:solidFill>
                  <a:srgbClr val="FFFFFF"/>
                </a:solidFill>
              </a:rPr>
              <a:t> in A3-56</a:t>
            </a:r>
            <a:endParaRPr lang="en-CA" sz="1300" dirty="0">
              <a:solidFill>
                <a:srgbClr val="FFFFFF"/>
              </a:solidFill>
            </a:endParaRPr>
          </a:p>
        </p:txBody>
      </p:sp>
      <p:pic>
        <p:nvPicPr>
          <p:cNvPr id="7" name="Picture 6" descr="A picture containing text, indoor, electronics, computer&#10;&#10;Description automatically generated">
            <a:extLst>
              <a:ext uri="{FF2B5EF4-FFF2-40B4-BE49-F238E27FC236}">
                <a16:creationId xmlns:a16="http://schemas.microsoft.com/office/drawing/2014/main" id="{F1E823CA-66F7-348C-2C3F-EF5241347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275" y="1039813"/>
            <a:ext cx="3563938" cy="4772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7C7F1C-867F-9E28-B8BD-A3BAD8238BDF}"/>
              </a:ext>
            </a:extLst>
          </p:cNvPr>
          <p:cNvSpPr txBox="1"/>
          <p:nvPr/>
        </p:nvSpPr>
        <p:spPr>
          <a:xfrm>
            <a:off x="7661275" y="4857750"/>
            <a:ext cx="3563938" cy="95408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b="1" dirty="0">
                <a:solidFill>
                  <a:srgbClr val="FFFFFF"/>
                </a:solidFill>
              </a:rPr>
              <a:t>LPS8N</a:t>
            </a:r>
            <a:r>
              <a:rPr lang="en-US" sz="1300" dirty="0">
                <a:solidFill>
                  <a:srgbClr val="FFFFFF"/>
                </a:solidFill>
              </a:rPr>
              <a:t> in A3-34</a:t>
            </a:r>
            <a:endParaRPr lang="en-CA" sz="1300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D8738-063A-2285-F68F-9DCC1860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Setup and Location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91A8198C-7805-7B4D-A3E0-E14321811C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83940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663"/>
    </mc:Choice>
    <mc:Fallback>
      <p:transition spd="slow" advTm="176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AA6D2F4-4894-FBCF-8C31-81144B942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3" name="Audio 202">
            <a:hlinkClick r:id="" action="ppaction://media"/>
            <a:extLst>
              <a:ext uri="{FF2B5EF4-FFF2-40B4-BE49-F238E27FC236}">
                <a16:creationId xmlns:a16="http://schemas.microsoft.com/office/drawing/2014/main" id="{18DFE9FD-C3E3-7CEF-1DEA-BC303C7E72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204" name="Audio 203">
            <a:hlinkClick r:id="" action="ppaction://media"/>
            <a:extLst>
              <a:ext uri="{FF2B5EF4-FFF2-40B4-BE49-F238E27FC236}">
                <a16:creationId xmlns:a16="http://schemas.microsoft.com/office/drawing/2014/main" id="{44C4FA82-5337-F20E-2D87-7AF03788BA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75311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432"/>
    </mc:Choice>
    <mc:Fallback>
      <p:transition spd="slow" advTm="274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3"/>
                </p:tgtEl>
              </p:cMediaNode>
            </p:audio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65E319E-ED67-B705-630A-9D87CDF02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FB116676-2EF2-243D-3318-2875D4A051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22249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34"/>
    </mc:Choice>
    <mc:Fallback>
      <p:transition spd="slow" advTm="98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60DD2F2-9BCA-B45C-86EF-CEF18D6CF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ADD9EE85-A905-1E43-D352-E6A0C4B52E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00864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330"/>
    </mc:Choice>
    <mc:Fallback>
      <p:transition spd="slow" advTm="15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5CCE25-1903-885F-4BC6-DC7389EAA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BF5C8782-9F19-6B0B-60AD-622B6D9DFA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8465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11"/>
    </mc:Choice>
    <mc:Fallback>
      <p:transition spd="slow" advTm="239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DA865D4-2640-6FE5-1FF6-B8D4A27ED1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A8F539BD-C012-9E61-9B2B-3F4FEC419E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29560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47"/>
    </mc:Choice>
    <mc:Fallback>
      <p:transition spd="slow" advTm="121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D99758-95A1-A373-3C7A-BDF65B80C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01811"/>
            <a:ext cx="12192000" cy="6855221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CB41C52-DE6B-E831-826C-F34A61BFE3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80405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53"/>
    </mc:Choice>
    <mc:Fallback>
      <p:transition spd="slow" advTm="19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19</Words>
  <Application>Microsoft Office PowerPoint</Application>
  <PresentationFormat>Widescreen</PresentationFormat>
  <Paragraphs>6</Paragraphs>
  <Slides>8</Slides>
  <Notes>1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RAK3172 to LPS8N</vt:lpstr>
      <vt:lpstr>Setup and Location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RAK3172 to LPS8N</dc:title>
  <dc:creator>Lorenzo Zaragoza</dc:creator>
  <cp:lastModifiedBy>Lorenzo Zaragoza</cp:lastModifiedBy>
  <cp:revision>2</cp:revision>
  <dcterms:created xsi:type="dcterms:W3CDTF">2023-03-17T00:44:10Z</dcterms:created>
  <dcterms:modified xsi:type="dcterms:W3CDTF">2023-03-17T04:45:00Z</dcterms:modified>
</cp:coreProperties>
</file>